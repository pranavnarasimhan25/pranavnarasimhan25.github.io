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9829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914400"/>
            <a:ext cx="2926080" cy="292608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828800" cy="182880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18288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Campus Sidekick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Lost &amp; Found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smart, privacy-first platform that helps students and staff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discover, and recover lost items — fast.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2011680" cy="36576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Mobile-First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4160520"/>
            <a:ext cx="2011680" cy="36576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Privacy-Safe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0" y="4160520"/>
            <a:ext cx="2011680" cy="36576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Campus-Native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4709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Is Broken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7452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768" y="320040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items lost on campuses each year go unrecovered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8745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87452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📭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4612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55848" y="320040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campuses rely on a physical box nobody checks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8745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87452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🔓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7220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Privacy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81928" y="320040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avoid reporting due to sharing personal info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faculty, and staff all suffer — but no unified solution exists.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Findster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privacy-first campus app to post, discover, and recover lost items — instantly.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148840"/>
            <a:ext cx="4160520" cy="11887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148840"/>
            <a:ext cx="50292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14884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&amp; Upload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62432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location + category + date in under 60 seconds.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148840"/>
            <a:ext cx="4160520" cy="11887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2148840"/>
            <a:ext cx="50292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4884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9240" y="2240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Filters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262432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listings filtered by category, location, or date.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4160520" cy="11887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566160"/>
            <a:ext cx="50292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56616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Chat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04164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finders/owners without sharing contact details.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566160"/>
            <a:ext cx="4160520" cy="11887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566160"/>
            <a:ext cx="50292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56616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4924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Claimed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404164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 — update status once item is returned.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FINDSTER?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lost your ID or earbuds on campus? Yeah, us too.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lost &amp; found boxes? Half the time, no one knows where they are.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why we built Findster — a simple, student-friendly app that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report or browse lost items in seconds.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awkward emails. No dead ends. Just a fast way to get your stuff back.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2286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31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No Awkward Emails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3931920"/>
            <a:ext cx="2286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931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No Dead Ends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3931920"/>
            <a:ext cx="2286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3931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Just Fast Recovery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GOALS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94360" cy="594360"/>
          </a:xfrm>
          <a:prstGeom prst="ellipse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1887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Digital Platform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students and faculty to report and discover lost or found items without friction.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234440"/>
            <a:ext cx="594360" cy="594360"/>
          </a:xfrm>
          <a:prstGeom prst="ellipse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11887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Speedy Recovery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16002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search, filter, and posting so items return to owners in days, not weeks.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46120"/>
            <a:ext cx="594360" cy="594360"/>
          </a:xfrm>
          <a:prstGeom prst="ellipse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2004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&amp; Private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6118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in-app communication ensures users never need to expose personal contact details.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246120"/>
            <a:ext cx="594360" cy="594360"/>
          </a:xfrm>
          <a:prstGeom prst="ellipse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69280" y="32004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0" y="36118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structured feedback and analyze usage data to evolve the product iteratively.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CORE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Product — focused on solving the core problem, fast.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14800" cy="15087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Posting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993392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photo with description, date, location, and category. Consistent format helps quick identification.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4114800" cy="15087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62356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23560" y="1993392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listings or narrow by category, location, or date. Reduces time-to-match on a busy campus.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200400"/>
            <a:ext cx="4114800" cy="15087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4300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Communication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730752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messaging or masked email — no personal contact info ever shared between users.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200400"/>
            <a:ext cx="4114800" cy="15087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🗂️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62356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Management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23560" y="3730752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delete, or mark items as Claimed via a personal 'My Posts' dashboard. Keeps listings current.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572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1005840"/>
            <a:ext cx="7955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04241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Moderation Panel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2801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for campus admins to review posts, verify claims, and flag inappropriate content.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773936"/>
            <a:ext cx="4572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739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1773936"/>
            <a:ext cx="7955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1810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&amp; Auto-Matching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04825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when similar items are posted; smart matching by type, location, and time.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542032"/>
            <a:ext cx="4572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4203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2542032"/>
            <a:ext cx="7955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51560" y="25786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Campus-Wide Broadcast Alerts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81635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push urgent notifications for high-priority items like ID cards or electronics.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310128"/>
            <a:ext cx="4572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3101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" y="3310128"/>
            <a:ext cx="7955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51560" y="334670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Map-Based Item Location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58444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pins showing exactly where items were lost or found.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078224"/>
            <a:ext cx="4572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68680" y="4078224"/>
            <a:ext cx="7955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51560" y="4114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Unclaimed Items Resale / Donation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435254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held 120 days → resale or community donation, with revenue transparently displayed in-app.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FINDSTER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 revenue model — sustainable growth while keeping the platform free for students.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3931920" cy="32004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39319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Non-Intrusive In-App Ads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placement on item pages and search results
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 stays clean and uninterrupted
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Student-friendly, non-disruptive ad formats
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platform traffic automatically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892040" y="1417320"/>
            <a:ext cx="3931920" cy="32004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417320"/>
            <a:ext cx="3931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417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College Subscriptions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2057400"/>
            <a:ext cx="35661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pay a modest fee to onboard campus
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admin features and dedicated support
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usage insights and reporting dashboards
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recurring revenue for sustainable ops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9768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114800" y="3337560"/>
            <a:ext cx="91440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3337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143000"/>
            <a:ext cx="685800" cy="685800"/>
          </a:xfrm>
          <a:prstGeom prst="ellipse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143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19659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377440"/>
            <a:ext cx="150876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377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34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Main users — lose and find everyday items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291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Value quick, mobile-first experience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7490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Need private, contactless communication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4206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Drive the network effect at launch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96012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960120"/>
            <a:ext cx="2697480" cy="73152"/>
          </a:xfrm>
          <a:prstGeom prst="rect">
            <a:avLst/>
          </a:prstGeom>
          <a:solidFill>
            <a:srgbClr val="5A6EA0"/>
          </a:solidFill>
          <a:ln w="12700">
            <a:solidFill>
              <a:srgbClr val="5A6E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1143000"/>
            <a:ext cx="685800" cy="685800"/>
          </a:xfrm>
          <a:prstGeom prst="ellipse">
            <a:avLst/>
          </a:prstGeom>
          <a:solidFill>
            <a:srgbClr val="5A6EA0">
              <a:alpha val="80000"/>
            </a:srgbClr>
          </a:solidFill>
          <a:ln w="12700">
            <a:solidFill>
              <a:srgbClr val="5A6E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1143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👨‍🏫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46120" y="19659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&amp; Staff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840480" y="2377440"/>
            <a:ext cx="1508760" cy="292608"/>
          </a:xfrm>
          <a:prstGeom prst="rect">
            <a:avLst/>
          </a:prstGeom>
          <a:solidFill>
            <a:srgbClr val="5A6EA0"/>
          </a:solidFill>
          <a:ln w="12700">
            <a:solidFill>
              <a:srgbClr val="5A6E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2377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Users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834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Discover items in offices or classrooms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83280" y="3291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Occasionally misplace belongings too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83280" y="37490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Appreciate a simple, no-learning-curve tool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83280" y="4206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Support platform credibility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96012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960120"/>
            <a:ext cx="26974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1143000"/>
            <a:ext cx="685800" cy="685800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1143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🏫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217920" y="19659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Admins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812280" y="2377440"/>
            <a:ext cx="150876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2377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Operators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55080" y="2834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Moderate posts and verify sensitive claims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55080" y="3291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Send urgent campus-wide broadcast alerts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55080" y="37490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Access usage insights and analytics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55080" y="4206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Ensure Findster stays trustworthy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Findster's MVP success in the initial rollout: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43200" cy="14173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08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95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staff onboarded within 3 months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743200" cy="14173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41732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508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9184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395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marked Claimed within 7 days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0" y="1417320"/>
            <a:ext cx="2743200" cy="14173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41732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508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&lt;60s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0936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Time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395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create a new listing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08960"/>
            <a:ext cx="2743200" cy="14173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0896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2004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27432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Incidents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0873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of misuse or data leaks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3108960"/>
            <a:ext cx="2743200" cy="14173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310896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2004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329184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Posts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83280" y="40873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listings per month at launch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3108960"/>
            <a:ext cx="2743200" cy="14173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310896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2004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630936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Open Rate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40873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opening urgent push alerts within 1 hr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114800" cy="41148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Findster — Built for campuses. Designed for students.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 campus life a little less chaotic — one item at a time.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787</Words>
  <Application>Microsoft Office PowerPoint</Application>
  <PresentationFormat>On-screen Show (16:9)</PresentationFormat>
  <Paragraphs>152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Findster – Campus Lost &amp; Found</dc:title>
  <dc:subject>PptxGenJS Presentation</dc:subject>
  <dc:creator>PptxGenJS</dc:creator>
  <cp:lastModifiedBy>Admin</cp:lastModifiedBy>
  <cp:revision>2</cp:revision>
  <dcterms:created xsi:type="dcterms:W3CDTF">2026-03-29T14:12:40Z</dcterms:created>
  <dcterms:modified xsi:type="dcterms:W3CDTF">2026-03-29T16:50:39Z</dcterms:modified>
</cp:coreProperties>
</file>